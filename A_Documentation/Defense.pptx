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164A9-89AE-1720-40FF-357961EB2E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867FD3-CD42-4D4D-88A3-7951E7B3D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4A9D6-6D2B-1AC3-2A41-49E94E3B1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FC364-0514-B686-B8F7-4FA954B20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7D0EA-0F01-7DE5-1153-DF7D43E62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61912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CF67-EBE8-0534-170B-CD4F95866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557C1-6417-15E2-6C54-50EA70CF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7AFAC-2835-55B8-52A0-D8F761A60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CB1D6-FDF5-EA79-0137-ADC3767C6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80781-3911-C37D-4BFB-9C77A616D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79349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F0417-CE9C-DCFD-2DB4-D057FC358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05F2BF-FB61-BDB9-E4D5-2AE606C65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C12F90-0CE3-A85E-DA86-5AD15AAA1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91CF0-6D4C-275F-DC96-E0E20B569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4FD71-1EEB-17F9-71B1-2A1AB7B32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663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77775-193B-5AFF-DCB9-481EA32E3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7B83F-E4CA-4602-1EAF-E2ECC2ED1B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9071DF-66DC-30AC-BBD6-97A6ED8C1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963E46-65D5-F883-8CC9-27BCE2B8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77BA93-88B6-E966-7F81-A45DBFC7B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5C479-D4DD-27B3-4F0D-B4B5E582F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29203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A184F-4630-B93F-8952-562BA2B76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4A4FBC-5C2A-B4E3-3011-B4E3D8D86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E1713-79CE-6622-8E67-2D330E84F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DCB7F-5EE6-0DA4-201C-B87D47EAF9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668D31-950B-3A0F-48AE-D9E53501FC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64AE47-4122-5EA9-9806-3DD6068FE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9F3069-6D69-AA66-6790-9BC8A52B6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D81368-DD2E-AC68-26B6-4BFCC92C9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92825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23E95-7AFD-29EF-FC7F-3D110E90B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027324-5010-55F3-1732-734C346AD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67B4BD-2611-FEDF-B726-6568D2214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A4813-5E50-4B05-DC77-A7572C43B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55458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237615-B6DA-65AE-113A-1BA6204DD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519980-164C-17AE-CDBF-3EC05F504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9F078-AA06-4422-66E5-803CA0307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123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E1322-2E2A-A8D1-E164-71A7AEE3A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645AD-17C2-3E4D-5624-4B53DF546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440A95-AE7A-C1F1-EE7D-099FAE6C5B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A73EE3-DC53-3FA8-A215-B2D598536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AE87F-2EB8-F862-1AD8-EA3F36412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151F6C-BE07-D249-C808-D9DFAAEF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61020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B9ECA-956F-C77B-2C02-782C8329F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C13F42-9A7B-AD97-021A-D3034E8B1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A448C-9230-78E7-8C50-2BF3FB02A5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D9F51-E5BC-6A53-E882-09D495E0B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C2F128-AD24-A833-DB02-3BC3E2116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B7E6A0-0D27-5595-6821-513E8BEA7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97494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A61D4-1B10-C54C-E10C-760AA6789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2ED505-4B76-A584-BC18-00B8BE49F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C9E98-DEFA-5CCB-187E-6154AD770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15D0F-367B-FD03-D0AC-938B57C73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D040B-D4A0-29F3-3FCE-3F8B38635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8439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C74743-E2EE-C670-93CB-E2C21C67AC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A53ABC-936B-10C4-D701-D979295004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98EF3-1F9A-732A-9228-821234C05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757DA-815A-9AA9-8AE1-0345BDADE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2ACF0-2593-052C-92AB-D249F8B0E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4620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556559-1579-6F90-EBB5-93246B897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A379E-E9DC-07E2-2C5C-35F8350AB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958212-B871-CAEF-E8B2-56FC929AFB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F2168-053D-46F3-B710-B37CFDF6B0DF}" type="datetimeFigureOut">
              <a:rPr lang="fr-CH" smtClean="0"/>
              <a:t>28.08.2026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86798-8DDE-599D-F161-852035C31E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AD2BF-1850-FF89-24A3-FA57F4ADDE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4793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C0623-FEDE-E0CB-EF9E-563FE47F29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Self-Balancing-Bot</a:t>
            </a:r>
            <a:endParaRPr lang="fr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E7A3FB-D85F-C1BA-7516-D3DF423FB6D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Travail de Bachelor 2026</a:t>
            </a:r>
          </a:p>
          <a:p>
            <a:r>
              <a:rPr lang="en-US" dirty="0"/>
              <a:t>GE EEM</a:t>
            </a:r>
          </a:p>
          <a:p>
            <a:r>
              <a:rPr lang="en-US" dirty="0"/>
              <a:t>Ding Jérémy 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23559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5FD1F-5096-488C-1A0C-9EE83D1B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Sommaire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54B8D-740D-9311-6631-7380DD5AF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fr-CH" dirty="0"/>
          </a:p>
          <a:p>
            <a:r>
              <a:rPr lang="fr-CH" dirty="0"/>
              <a:t>Cahier des charges</a:t>
            </a:r>
          </a:p>
          <a:p>
            <a:r>
              <a:rPr lang="fr-CH" dirty="0"/>
              <a:t>Principe physique</a:t>
            </a:r>
          </a:p>
          <a:p>
            <a:r>
              <a:rPr lang="fr-CH" dirty="0"/>
              <a:t>Maquette</a:t>
            </a:r>
          </a:p>
          <a:p>
            <a:r>
              <a:rPr lang="fr-CH" dirty="0"/>
              <a:t>Simulation</a:t>
            </a:r>
            <a:endParaRPr lang="en-US" dirty="0"/>
          </a:p>
          <a:p>
            <a:r>
              <a:rPr lang="en-US" dirty="0" err="1"/>
              <a:t>Mesures</a:t>
            </a:r>
            <a:endParaRPr lang="en-US" dirty="0"/>
          </a:p>
          <a:p>
            <a:r>
              <a:rPr lang="en-US" dirty="0"/>
              <a:t>Conclusion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107572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85619-A7CF-CFBF-4566-13A23166F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8CD75-9623-AF8A-54EC-4D54F5CF3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 notions </a:t>
            </a:r>
            <a:r>
              <a:rPr lang="en-US" dirty="0" err="1"/>
              <a:t>théoriques</a:t>
            </a:r>
            <a:endParaRPr lang="en-US" dirty="0"/>
          </a:p>
          <a:p>
            <a:r>
              <a:rPr lang="en-US" dirty="0" err="1"/>
              <a:t>Projet</a:t>
            </a:r>
            <a:r>
              <a:rPr lang="en-US" dirty="0"/>
              <a:t> </a:t>
            </a:r>
            <a:r>
              <a:rPr lang="en-US" dirty="0" err="1"/>
              <a:t>complet</a:t>
            </a:r>
            <a:endParaRPr lang="fr-CH" dirty="0"/>
          </a:p>
          <a:p>
            <a:r>
              <a:rPr lang="fr-CH" dirty="0"/>
              <a:t>Validation modèle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837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BB377-43B8-B6EB-408F-9848A5CC5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Principe physique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1C101-5C79-3869-87BC-62878B9A9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Pendule inverse</a:t>
            </a:r>
          </a:p>
          <a:p>
            <a:r>
              <a:rPr lang="en-US" dirty="0" err="1"/>
              <a:t>Naturellement</a:t>
            </a:r>
            <a:r>
              <a:rPr lang="en-US" dirty="0"/>
              <a:t> instable</a:t>
            </a:r>
          </a:p>
          <a:p>
            <a:r>
              <a:rPr lang="en-US" dirty="0"/>
              <a:t>Equations </a:t>
            </a:r>
            <a:r>
              <a:rPr lang="en-US" dirty="0" err="1"/>
              <a:t>différentielles</a:t>
            </a:r>
            <a:r>
              <a:rPr lang="en-US" dirty="0"/>
              <a:t> ETH</a:t>
            </a:r>
          </a:p>
          <a:p>
            <a:endParaRPr lang="en-US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32491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1F33C-B944-E8A4-1D9D-37EC88CE1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Maquette</a:t>
            </a:r>
            <a:br>
              <a:rPr lang="en-US" dirty="0"/>
            </a:br>
            <a:r>
              <a:rPr lang="en-US" sz="2800" dirty="0" err="1"/>
              <a:t>Mécanique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8CC26-517E-1F7D-89B4-922117E12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Fusion360</a:t>
            </a:r>
          </a:p>
          <a:p>
            <a:r>
              <a:rPr lang="en-US" dirty="0"/>
              <a:t>FDM, CNC</a:t>
            </a:r>
          </a:p>
          <a:p>
            <a:endParaRPr lang="fr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90013-D541-70A3-25F4-FC9C69BD3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0372" y="1536655"/>
            <a:ext cx="4906854" cy="3385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441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Microsoft Office PowerPoint</Application>
  <PresentationFormat>Widescreen</PresentationFormat>
  <Paragraphs>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Self-Balancing-Bot</vt:lpstr>
      <vt:lpstr>Sommaire</vt:lpstr>
      <vt:lpstr>Introduction</vt:lpstr>
      <vt:lpstr>Principe physique</vt:lpstr>
      <vt:lpstr>Maquette Mécanique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Jérémy Ding</dc:creator>
  <cp:lastModifiedBy>Jérémy Ding</cp:lastModifiedBy>
  <cp:revision>4</cp:revision>
  <dcterms:created xsi:type="dcterms:W3CDTF">2026-08-28T08:23:13Z</dcterms:created>
  <dcterms:modified xsi:type="dcterms:W3CDTF">2026-08-28T09:18:59Z</dcterms:modified>
</cp:coreProperties>
</file>